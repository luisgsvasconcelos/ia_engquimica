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Apresentações Finais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29 - Seminários das primeiras 3 equipes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15 min presente. + 5 perguntas + 5 feedback  •  Rubrica  •  Banca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Regras da Banca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Cada equipe: 15 min apresentação + 5 min perguntas + 5 min feedback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Relógio visível, tempo estrito (avisos em 5, 2 e 1 min)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Perguntas sondam 'por que essa escolha?' e 'quão confiável é o resultado?'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Turma atua como banca: avalia com a rubrica por pares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Rubrica (pesos)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057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Critério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2057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Peso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Clareza e estrutura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606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Profundidade técnica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1546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Análise crítica dos resultados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703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4251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Qualidade dos slides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2519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800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Resposta às perguntas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8006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10%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Cronograma do Dia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10312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224027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Abertura e critérios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292607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31089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06323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Equipe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3749039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39319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38-66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886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Equipe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457200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4754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66-94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709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Equipe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394960"/>
            <a:ext cx="173736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5778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94-100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532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Encerramento do 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Postura da Banca (NT)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Por que esse modelo e não outro?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Como você sabe que o resultado generaliza?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O que acontece se a variável X mudar de faixa?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Qual a incerteza das suas métricas?</a:t>
            </a:r>
          </a:p>
          <a:p>
            <a:pPr>
              <a:spcAft>
                <a:spcPts val="1000"/>
              </a:spcAft>
              <a:defRPr sz="1900">
                <a:solidFill>
                  <a:srgbClr val="CADCFC"/>
                </a:solidFill>
                <a:latin typeface="Calibri"/>
              </a:defRPr>
            </a:pPr>
            <a:r>
              <a:t>▸  Isso é predição — e a tomada de decisão?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Encerramento do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Síntese: o que os 3 seminários ensinaram sobre comunicar IA?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Equipes que já apresentaram: enviar versão final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Equipes restantes (D/E): incorporar feedback observado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Trilha NT: preparar 2 perguntas críticas para a Aula 30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Trilha SJ: checklist (slides revisados, ≤15min, notebook entregue)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Preview Aula 30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Calibri"/>
              </a:defRPr>
            </a:pPr>
            <a:r>
              <a:t>"Na próxima aula, as 2 últimas equipes apresentam</a:t>
            </a:r>
            <a:br/>
            <a:r>
              <a:t>e encerramos o Projeto Integrador com o balanço</a:t>
            </a:r>
            <a:br/>
            <a:r>
              <a:t>geral do curso e a premiação."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206240"/>
            <a:ext cx="9144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Equipes que apresentaram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versão final slides + notebook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120640"/>
            <a:ext cx="9144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5303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761"/>
                </a:solidFill>
                <a:latin typeface="Calibri"/>
              </a:defRPr>
            </a:pPr>
            <a:r>
              <a:t>Equipes D/E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303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revisar slides pela rubrica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