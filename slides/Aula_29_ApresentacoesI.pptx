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Apresentações Finais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29 - Seminários das primeiras 3 equipes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15 min presente. + 5 perguntas + 5 feedback  •  Rubrica  •  Banca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Regras da Banca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Cada equipe: 15 min apresentação + 5 min perguntas + 5 min feedback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Relógio visível, tempo estrito (avisos em 5, 2 e 1 min)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Perguntas sondam 'por que essa escolha?' e 'quão confiável é o resultado?'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Turma atua como banca: avalia com a rubrica por pares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Rubrica (pesos)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Critério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57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Peso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Clareza e estrutura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Profundidade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Análise crítica dos resultados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703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Qualidade dos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Resposta às perguntas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00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Cronograma do 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40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Abertura e critérios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92607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10-38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63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Equipe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38-66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Equipe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57200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66-94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09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Equipe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39496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577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Encerramento do 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Postura da Banca (NT)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Por que esse modelo e não outro?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Como você sabe que o resultado generaliza?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O que acontece se a variável X mudar de faixa?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Qual a incerteza das suas métricas?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Isso é predição — e a tomada de decisão?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Encerramento do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Síntese: o que os 3 seminários ensinaram sobre comunicar IA?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Equipes que já apresentaram: enviar versão final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Equipes restantes (D/E): incorporar feedback observado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Trilha NT: preparar 2 perguntas críticas para a Aula 30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Trilha SJ: checklist (slides revisados, ≤15min, notebook entregue)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Preview Aula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"Na próxima aula, as 2 últimas equipes apresentam</a:t>
            </a:r>
            <a:br/>
            <a:r>
              <a:t>e encerramos o Projeto Integrador com o balanço</a:t>
            </a:r>
            <a:br/>
            <a:r>
              <a:t>geral do curso e a premiação."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Equipes que apresentaram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versão final slides + notebook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2064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Equipes D/E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revisar slides pela rubrica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