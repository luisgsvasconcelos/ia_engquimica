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Detecção e Diagnóstico</a:t>
            </a:r>
            <a:br/>
            <a:r>
              <a:t>de Anomalias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ADCFC"/>
                </a:solidFill>
                <a:latin typeface="Calibri"/>
              </a:defRPr>
            </a:pPr>
            <a:r>
              <a:t>Aula 18 — Sem rótulos, só o padrão "normal"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PCA  •  Isolation Forest  •  Autoencoder  • 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Luis Vasconcelos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A Agulha no Palheiro de Sensores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t>Supervisionado precisa de rótulos. E se NUNCA houve uma falha para rotular?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Painel de 2 anos de um reator: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▪ 99.5% pontos normais (azul)   ▪ 0.5% falhas de 4 tipos (vermelho)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023360"/>
            <a:ext cx="9144000" cy="1463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411480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ADCFC"/>
                </a:solidFill>
                <a:latin typeface="Calibri"/>
              </a:defRPr>
            </a:pPr>
            <a:r>
              <a:t>Solução: detectores NÃO-supervisionados aprendem o padrão "normal"</a:t>
            </a:r>
            <a:br/>
            <a:r>
              <a:t>e disparam quando algo FOGEM dele — sem saber qual é cada falha.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"1% de alarmes falsos em 10.000 sensores = 100 alarmes/dia.</a:t>
            </a:r>
            <a:br/>
            <a:r>
              <a:t>O operador vai ignorar todos em uma semana.</a:t>
            </a:r>
            <a:br/>
            <a:r>
              <a:t>Mas se o threshold for alto demais,</a:t>
            </a:r>
            <a:br/>
            <a:r>
              <a:t>uma falha real passa despercebida.</a:t>
            </a:r>
            <a:br/>
            <a:r>
              <a:t>COMO calibrar sem dados rotulados?"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75488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120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💡 Simulação com falhas injetadas + custo (falso negativo &gt; falso positivo).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Detector 1: PCA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Projeta nas direções de maior variância (componentes)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Q-residual: distância PERPENDICULAR ao hiperplano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T² de Hotelling: valores extremos no hiperplano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Rápido, linear, interpretável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Ponto cego: anomalia na direção dos scores parece 'normal'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75488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8006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onsolas"/>
              </a:defRPr>
            </a:pPr>
            <a:r>
              <a:t>Q = ‖x − x̂‖²   (residual fora do modelo)      T² = tᵀΛ⁻¹t   (distância no modelo)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Detector 2: Isolation Forest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Partição aleatória em árvores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Anomalias isoladas em POUCOS splits (caem em região vazia rápido)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Score = 2^(−h/c) — profundidade média de isolamento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Robusto, não-linear, eficiente em alta dimensão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Falha: anomalia numa região densa (start-up) não é isolada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84632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937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8636"/>
                </a:solidFill>
                <a:latin typeface="Consolas"/>
              </a:defRPr>
            </a:pPr>
            <a:r>
              <a:t>s(x) = 2^(−h(x)/c̄)  — quanto menor, mais isolado = mais anômalo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Detector 3: Autoencoder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Rede neural encod + decod (comprime e reconstrói)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Treinada SÓ com dados normais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Anomalia = ALTO erro de reconstrução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Poderoso e não-linear — detecta evoluções lentas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Precisa de ~10k+ amostras normais; difícil interpretar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75488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8006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onsolas"/>
              </a:defRPr>
            </a:pPr>
            <a:r>
              <a:t>Erro = ‖x − dec(enc(x))‖²   — a rede não reconstrói padrões que nunca viu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Pipeline — 5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4572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40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240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Treinar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24027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cada detector SÓ com dados normais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971800"/>
            <a:ext cx="4572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017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Q / profundidade / erro de reconstrução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749039"/>
            <a:ext cx="457200" cy="548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7947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79475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7947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percentil 95, 99 ou 99.5 do treino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526279"/>
            <a:ext cx="457200" cy="548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5719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57199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Classificar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57199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score &gt; threshold = anomalia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5303520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5349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349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Avaliar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5349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matriz de confusão vs falhas conhecidas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Sensibilidade × Especificidade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114800" cy="2377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41148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🔍  Sensibilidade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06040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Threshold baixo</a:t>
            </a:r>
            <a:br/>
            <a:r>
              <a:t>detecta mais falhas</a:t>
            </a:r>
            <a:br/>
            <a:r>
              <a:t>mas FALSOS ALARMES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011680"/>
            <a:ext cx="4114800" cy="2377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2011680"/>
            <a:ext cx="411480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0574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🎯  Especificidade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606040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Threshold alto</a:t>
            </a:r>
            <a:br/>
            <a:r>
              <a:t>evita falsos alarmes</a:t>
            </a:r>
            <a:br/>
            <a:r>
              <a:t>mas FALHAS PASSAM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75488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892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alibri"/>
              </a:defRPr>
            </a:pPr>
            <a:r>
              <a:t>📌  Custo do FALSO NEGATIVO (acidente/parada) costuma superar o FALSO POSITIVO (alarme ignorado)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Qual Detector Detecta Qual Falha?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996696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7451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Método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87451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Válvula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87451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87451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Fouling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87451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Catalisador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187451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468880"/>
            <a:ext cx="9966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514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514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514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514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363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514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2514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~0.60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108960"/>
            <a:ext cx="9966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1546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Isolation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1546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363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1546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363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1546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A3633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1546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31546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~0.40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3749039"/>
            <a:ext cx="9966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379475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Autoencoder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79475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79475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79475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79475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379475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8636"/>
                </a:solidFill>
                <a:latin typeface="Calibri"/>
              </a:defRPr>
            </a:pPr>
            <a:r>
              <a:t>~0.85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Calibri"/>
              </a:defRPr>
            </a:pPr>
            <a:r>
              <a:t>Autoencoder é o mais completo — detecta evoluções lentas (fouling, catalisador).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📋  Tarefa: Detectores em Trocadores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reator_troca_calor.csv: 2 trocadores + reator, 30 dias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Treine PCA, IF e Autoencoder só com dados normais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Injete 4 falhas sintéticas (válvula, drift, fouling, catalisador)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Avalie F1 por detector e por tipo de falha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Entregue via Colab — Prazo: antes da Aula 19 (7 dias)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57200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663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29922"/>
                </a:solidFill>
                <a:latin typeface="Calibri"/>
              </a:defRPr>
            </a:pPr>
            <a:r>
              <a:t> Bônus NT: Calibre o threshold minimizando custo (FN = 10× FP). Reporte custo por configuração.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ADCFC"/>
                </a:solidFill>
                <a:latin typeface="Calibri"/>
              </a:defRPr>
            </a:pPr>
            <a:r>
              <a:t>Próxima aula: Reconfiguração de processo em tempo real (MPC em cenários de falha)!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