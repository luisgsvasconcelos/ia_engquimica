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Apresentações Finais II</a:t>
            </a:r>
            <a:br/>
            <a:r>
              <a:t>E Encerramento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0">
                <a:solidFill>
                  <a:srgbClr val="CADCFC"/>
                </a:solidFill>
                <a:latin typeface="Calibri"/>
              </a:defRPr>
            </a:pPr>
            <a:r>
              <a:t>Aula 30 - Fechando o círculo das 30 aulas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20624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Equipes D e E  •  Premiação  •  Depoimentos  •  Mensagem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Prof. [Seu Nome]  |  Duração: 100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Fechando o Círculo das 30 Aulas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Do primeiro notebook Python (Aula 1) ao modelo implantável aplicado a processo químico (Aula 29).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926080"/>
            <a:ext cx="1554480" cy="1828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35661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3657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7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79" y="2926080"/>
            <a:ext cx="1554480" cy="18288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399" y="35661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Bibliotecas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39" y="3657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7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2926080"/>
            <a:ext cx="1554480" cy="18288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35661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ML clássico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3657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7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399" y="2926080"/>
            <a:ext cx="1554480" cy="18288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19" y="35661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Deep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59" y="3657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7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59" y="2926080"/>
            <a:ext cx="1554480" cy="1828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79" y="35661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Otimização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19" y="3657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7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2926080"/>
            <a:ext cx="1554480" cy="18288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35661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Controle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3657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7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98480" y="2926080"/>
            <a:ext cx="1554480" cy="18288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44200" y="35661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Projeto final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512064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52120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"Quantos de vocês achavam, na 1ª semana, que chegariam aqui?"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Cronograma do 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2103120"/>
            <a:ext cx="173736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0-5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24027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Abertura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926079"/>
            <a:ext cx="173736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5-35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6323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Seminário Equipe 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3749039"/>
            <a:ext cx="173736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39319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35-65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886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Seminário Equipe 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4572000"/>
            <a:ext cx="173736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4754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65-85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709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Premiação + depoimentos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5394960"/>
            <a:ext cx="173736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55778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85-100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5532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Encerramento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Rubrica (mesma para D e E)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914400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057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Critério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057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Peso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606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Clareza do 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606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108960"/>
            <a:ext cx="9144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154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Metodologia de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154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703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Resultados e validação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703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4251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Qualidade dos slides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2519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800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Arguição/defesa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8006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15%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Roteiro de Arguição (SJ)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Validação: como validou fora do treino? (cross-val, dados frescos)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Limitações: reproduzível? generaliza a outra planta/período?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Fronteira ética: pode substituir decisão humana? quem responde?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Problema inverso: se fosse prever falha, o que mudaria?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Premiação + Depoimentos (20min)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2103120"/>
            <a:ext cx="4572000" cy="73152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286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🏆 Melhor Projeto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017520"/>
            <a:ext cx="4572000" cy="7315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2004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🎤 Melhor Apresentação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931920"/>
            <a:ext cx="4572000" cy="73152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1148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⚙️ Maior Impacto Técnico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4846320"/>
            <a:ext cx="4572000" cy="73152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50292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💡 Menção em Inovação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6035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949E"/>
                </a:solidFill>
                <a:latin typeface="Calibri"/>
              </a:defRPr>
            </a:pPr>
            <a:r>
              <a:t>Roda de depoimentos: 'o que eu levo do curso em 1 frase'.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Mensagem Final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"A IA não vai substituir engenheiros químicos —</a:t>
            </a:r>
            <a:br/>
            <a:r>
              <a:t>engenheiros químicos que sabem usar IA vão</a:t>
            </a:r>
            <a:br/>
            <a:r>
              <a:t>substituir os que não sabem.</a:t>
            </a:r>
            <a:br/>
            <a:r>
              <a:t>Vocês escolheram o lado certo."</a:t>
            </a:r>
            <a:br/>
            <a:br/>
            <a:br/>
            <a:r>
              <a:t>"Da primeira célula de código ao modelo implantável:</a:t>
            </a:r>
            <a:br/>
            <a:r>
              <a:t>obrigado pela jornada."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Encerramento Formal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Avaliação coletiva 'pare, continue, comece'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Notas finais em até 7 dias + certificados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Desafio final: levem 1 projeto como portfólio profissional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1 min silencioso: anote seu próximo passo em EQ + IA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Continuem aprendendo (portfólio, comunidades)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21208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53035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29922"/>
                </a:solidFill>
                <a:latin typeface="Calibri"/>
              </a:defRPr>
            </a:pPr>
            <a:r>
              <a:t>🎉 Parabéns! Vocês concluíram as 30 aulas do curso.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