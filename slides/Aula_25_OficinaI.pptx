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Oficina de Desenvolvimento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25 - Do dado bruto ao baseline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Limpeza  •  EDA final  •  Features  •  Baseline + métrica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Luis Vasconcelos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Meta da Oficina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▸  Dados limpos e verificados (com justificativas)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▸  EDA final com gráficos + 1 página de insights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▸  Features criadas e documentadas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▸  Baseline treinado com RMSE/MAE documentado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▸  Pipeline versionado no Colab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5212080"/>
            <a:ext cx="9144000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30352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"Um baseline rápido e ingênuo muitas vezes vale mais que um modelo sofisticado mal-treinado."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Mapa do Percurso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2377440"/>
            <a:ext cx="1737360" cy="14630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8346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Dado bruto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2377440"/>
            <a:ext cx="1737360" cy="14630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28346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Limpeza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2377440"/>
            <a:ext cx="1737360" cy="14630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8346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EDA final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377440"/>
            <a:ext cx="1737360" cy="14630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8346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377440"/>
            <a:ext cx="1737360" cy="14630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28346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20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2377440"/>
            <a:ext cx="1737360" cy="14630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69880" y="28346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Métrica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4754880"/>
            <a:ext cx="914400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54480" y="48463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Próximas aulas: arquitetura final → tuning → resultados (Aula 26+).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761"/>
                </a:solidFill>
                <a:latin typeface="Calibri"/>
              </a:defRPr>
            </a:pPr>
            <a:r>
              <a:t>Agenda da Oficina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2103120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2240279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Abertura + meta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3017520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0240" y="32004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10-40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154679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Limpeza + EDA final (trabalho guiado)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3931920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4114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45-85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4069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Features + Baseline + mentoria individual (15min/equipe)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4846320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5029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85-100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9834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Discussão + fechamento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Limpeza de Dados + EDA Final (30min)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Nulos tratados e JUSTIFICADOS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Outliers tratados (não removidos cegamente)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Tipos/unidades consistentes; timestamps check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Gráficos antes/depois + matriz de correlação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1 página de insights escritos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937760"/>
            <a:ext cx="9144000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2920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29922"/>
                </a:solidFill>
                <a:latin typeface="Calibri"/>
              </a:defRPr>
            </a:pPr>
            <a:r>
              <a:t>Pausa reflexiva: que erro sistemático de limpeza quase cometemos?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Features + Baseline (40min, mentoria 15/equipe)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Lags / médias móveis / razões com sentido físico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Features com JUSTIFICATIVA escrita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Baseline treinado (linear / RF simples / média)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RMSE/MAE documentado em célula de texto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Pipeline replicável e versionado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937760"/>
            <a:ext cx="9144000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2920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38636"/>
                </a:solidFill>
                <a:latin typeface="Calibri"/>
              </a:defRPr>
            </a:pPr>
            <a:r>
              <a:t>Que feature NÃO-ÓBVIA reflete o mecanismo do processo? (NT)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761"/>
                </a:solidFill>
                <a:latin typeface="Calibri"/>
              </a:defRPr>
            </a:pPr>
            <a:r>
              <a:t>Rubrica de Entrega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87451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Critério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187451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Atingiu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7451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Parcial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7451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2377440"/>
            <a:ext cx="996696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4231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Dados limpos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4231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tratados + justificativa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231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sem justificativa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4231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não tratados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926080"/>
            <a:ext cx="996696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2971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EDA c/ gráficos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971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3+ gráficos + insights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971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gráficos sem insights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971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ausente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7280" y="3474720"/>
            <a:ext cx="996696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352043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352043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2+ c/ justificativa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52043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sem justificativa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52043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ausente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7280" y="4023360"/>
            <a:ext cx="996696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80160" y="406907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06907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com métrica documentada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06907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sem métrica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406907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não roda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"Equipes com baseline RUIM — por que isso é</a:t>
            </a:r>
            <a:br/>
            <a:r>
              <a:t>informação valiosa e não fracasso?</a:t>
            </a:r>
            <a:br/>
            <a:r>
              <a:t>O que o baseline 'ruim' já está dizendo</a:t>
            </a:r>
            <a:br/>
            <a:r>
              <a:t>sobre o problema?"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5720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937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Baseline ruim = dificuldade real do problema, não falta de modelo sofisticado.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Checkpoint das Equipes (1-2 min cada)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O que foi concluído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A maior dificuldade encontrada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A métrica do baseline (RMSE/MAE)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O próximo passo até a Aula 26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Explique 1 decisão de limpeza/feature tomada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📋 Tarefa: Notebook do Projeto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Notebook atualizado (antes da Aula 26): dados limpos, EDA, features, baseline com métrica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Teste alternativo sugerido na mentoria (implementado ou justificado)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Trilha NT: compare teste alternativo vs baseline — confirma hipótese?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Trilha SJ: checklist da entrega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93776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292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38636"/>
                </a:solidFill>
                <a:latin typeface="Calibri"/>
              </a:defRPr>
            </a:pPr>
            <a:r>
              <a:t>Entrega: link Colab do projeto. Prazo: antes da Aula 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