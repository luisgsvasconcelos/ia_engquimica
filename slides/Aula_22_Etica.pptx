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Ética, Segurança</a:t>
            </a:r>
            <a:br/>
            <a:r>
              <a:t>Industrial e</a:t>
            </a:r>
            <a:br/>
            <a:r>
              <a:t>Responsabilidade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22 - Quem assina a responsabilidade?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Viés  •  Hierarquia de riscos  •  OT/ICS  •  Framework ético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E Se o Modelo ErrAR?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Modelos predizem e otimizam. Mas e se o erro custar uma vida ou causar vazamento?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🚗 Tesla 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Acidente fatal</a:t>
            </a:r>
            <a:br/>
            <a:r>
              <a:t>quem foi responsabilizado?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⚗️ Soft-sensor 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37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Composição fora de espec.</a:t>
            </a:r>
            <a:br/>
            <a:r>
              <a:t>multa ambiental R$50k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432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⚖️ Explosão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Erro raro pode virar</a:t>
            </a:r>
            <a:br/>
            <a:r>
              <a:t>catástrofe (Seveso)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85216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897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Na engenharia, sempre alguém assina. Na IA, quem?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"Quem assina a ART (Anotação de</a:t>
            </a:r>
            <a:br/>
            <a:r>
              <a:t>Responsabilidade Técnica) do modelo</a:t>
            </a:r>
            <a:br/>
            <a:r>
              <a:t>de IA: o engenheiro de dados, o de</a:t>
            </a:r>
            <a:br/>
            <a:r>
              <a:t>processos, ou o gerente da planta?</a:t>
            </a:r>
            <a:br/>
            <a:r>
              <a:t>Na engenharia sempre alguém assina.</a:t>
            </a:r>
            <a:br/>
            <a:r>
              <a:t>E na IA?"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8463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A IA não elimina responsabilidade — transferE e transforma.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Viés em Dados de Processo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☀️ Sazonalidade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Dados de 2 meses de verão</a:t>
            </a:r>
            <a:br/>
            <a:r>
              <a:t>→ falha no inverno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27432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🏭 Regime 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Só operação estável</a:t>
            </a:r>
            <a:br/>
            <a:r>
              <a:t>→ falha em start-ups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011680"/>
            <a:ext cx="27432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01168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📊 Detecção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Comparar treino × produção</a:t>
            </a:r>
            <a:br/>
            <a:r>
              <a:t>(PSI / KS-test)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636"/>
                </a:solidFill>
                <a:latin typeface="Calibri"/>
              </a:defRPr>
            </a:pPr>
            <a:r>
              <a:t>Casaco de verão no inverno: serve, mas você passa frio.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PSI &lt; 0.1 estável | 0.1-0.25 alerta | &gt; 0.25 drift → re-treinar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Hierarquia de Controle de Riscos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2011680"/>
            <a:ext cx="758952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20665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Eliminar o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011680" y="2670048"/>
            <a:ext cx="813816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Solução de engenharia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alívio de pressão, 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3328416"/>
            <a:ext cx="86868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79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IA = SUPORTE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01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recomendações, alarmes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3986784"/>
            <a:ext cx="9235440" cy="54864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041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Administrativo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59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permissão de trabalho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645152"/>
            <a:ext cx="9784080" cy="54864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39" y="47000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5. EPI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18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proteção individual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  <a:latin typeface="Calibri"/>
              </a:defRPr>
            </a:pPr>
            <a:r>
              <a:t>A IA situa-se no NÍVEL 3: gera recomendações e alarmes, nunca é a barreira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Segurança de Dados OT/ICS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Dados operacionais = propriedade intelectual da empresa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Vazar perfil de operação, limites e receitas = risco competitivo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Segmentação IT/OT + controle de acesso + criptografia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LLM + dados em API pública = risco de vazamento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834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📌  O dado de processo vale mais do que o modelo; proteja-o primeiro.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Framework Ético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Transparência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Explique a decisão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01168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51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Quem assina?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Robustez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Sobrevive ao drift?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01168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Privacidade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Dados anonimizados?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O perigo: modelo-caixa-preta que decide sem que ninguém consiga assinar por ele.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🖥️ Prática: Auditoria de Viés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Carregue torre_resfriamento_12m.csv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Separe treino (verão) e produção (inverno)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Calcule PSI da T_entrada (drift sazonal)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Classifique: generaliza ou sofre viés?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Posicione a mitigação na hierarquia de riscos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206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Gabarito: PSI ~0.61 (&gt;&gt;0.25) → viés severo → operar como SUPORTE com validação humana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Debate: Soft-sensor Erra 2%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560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Eng. de IA</a:t>
            </a:r>
            <a:br/>
            <a:r>
              <a:t>quer implantar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011680"/>
            <a:ext cx="2286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0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Operador</a:t>
            </a:r>
            <a:br/>
            <a:r>
              <a:t>não confia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286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Gerente</a:t>
            </a:r>
            <a:br/>
            <a:r>
              <a:t>quer custo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011680"/>
            <a:ext cx="2286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011680"/>
            <a:ext cx="22860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56032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Auditor</a:t>
            </a:r>
            <a:br/>
            <a:r>
              <a:t>quer barreiras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Erro p/ baixo = multa R$50k | erro p/ cima = alarme falso → operador desliga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12064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Implanta? Com quais salvaguardas? Quem assina? Há decisão 'ótima' num dilema?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Tarefa: Política de Uso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Redija 500-700 palavras de 'Política de Uso de IA' da planta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Quando o modelo decide sozinho? Quando o humano valida?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Quem assina a responsabilidade? Que barreiras protegem?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Fundamente na hierarquia de riscos + framework ético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Entregue documento compartilhado - Prazo: antes da Aula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🔍 NT: Fluxograma de exceções — modelo sugere → operador valida → supervisor autoriza →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Próxima aula: O engenheiro químico na era da IA!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