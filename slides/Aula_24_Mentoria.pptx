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Checkpoint &amp;</a:t>
            </a:r>
            <a:br/>
            <a:r>
              <a:t>Mentoria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0">
                <a:solidFill>
                  <a:srgbClr val="CADCFC"/>
                </a:solidFill>
                <a:latin typeface="Calibri"/>
              </a:defRPr>
            </a:pPr>
            <a:r>
              <a:t>Aula 24 - Dia de destravar o Projeto Integrador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3 Etapas  •  Checklist  •  Rodadas de 10min  •  Plano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As 3 Etapas do Projeto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7432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Etapa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603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1. Proposta + 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problema, dados, análise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206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38636"/>
                </a:solidFill>
                <a:latin typeface="Calibri"/>
              </a:defRPr>
            </a:pPr>
            <a:r>
              <a:t>entregue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011680"/>
            <a:ext cx="27432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Etapa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603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2. Modelo + Relatório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baseline, modelo, validação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206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29922"/>
                </a:solidFill>
                <a:latin typeface="Calibri"/>
              </a:defRPr>
            </a:pPr>
            <a:r>
              <a:t>vence em breve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2011680"/>
            <a:ext cx="27432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2011680"/>
            <a:ext cx="27432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Etapa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5603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3. Apresentação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383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Aulas 29-30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206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38636"/>
                </a:solidFill>
                <a:latin typeface="Calibri"/>
              </a:defRPr>
            </a:pPr>
            <a:r>
              <a:t>final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Cada equipe marca seu PIN no estágio atual.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Contrato da Mentoria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"O objetivo de hoje não é ver quem está</a:t>
            </a:r>
            <a:br/>
            <a:r>
              <a:t>adiantado — é descobrir o que está</a:t>
            </a:r>
            <a:br/>
            <a:r>
              <a:t>TRAVANDO cada equipe e destravar.</a:t>
            </a:r>
            <a:br/>
            <a:r>
              <a:t>Um projeto travado em DADOS é diferente</a:t>
            </a:r>
            <a:br/>
            <a:r>
              <a:t>de um travado em MODELO."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66344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029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ADCFC"/>
                </a:solidFill>
                <a:latin typeface="Calibri"/>
              </a:defRPr>
            </a:pPr>
            <a:r>
              <a:t>Hoje vocês saem com PLANO, não com dúvida solta.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Checklist de Diagnóstico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03911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1. Problema/target com sentido físico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7432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54203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2. Dados ≥ 6 meses (ou justificado)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514600"/>
            <a:ext cx="27432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4495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3. EDA e correlações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017520"/>
            <a:ext cx="27432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352044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54787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4. Baseline (linear/média) com RMSE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520440"/>
            <a:ext cx="27432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402336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05079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5. Modelo principal treinado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4023360"/>
            <a:ext cx="274320" cy="4114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0" y="452628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455371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6. Validação cruzada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4526280"/>
            <a:ext cx="274320" cy="4114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0" y="502920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505663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7. Overfitting (treino≫teste)?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5029200"/>
            <a:ext cx="274320" cy="41148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5532120"/>
            <a:ext cx="91440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5559552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8. Próximos passos claros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5532120"/>
            <a:ext cx="274320" cy="41148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Baseline e Overfitting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3108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• Média histórica RMSE 3,1%</a:t>
            </a:r>
            <a:br/>
            <a:br/>
            <a:r>
              <a:t>• XGBoost RMSE 1,8% → bom SE val. cruzada confirmar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3108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Overfitting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• Treino RMSE 0,2%</a:t>
            </a:r>
            <a:br/>
            <a:br/>
            <a:r>
              <a:t>• Teste RMSE 3,9% → decorou o dataset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548640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5577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Modelo ruim que derrota baseline fraco NÃO prova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Rodada de Mentoria — 10 min/equipe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103120"/>
            <a:ext cx="1371600" cy="7772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2860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24027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Equipe apresenta: problema, dados, baseline, modelo, dificuldade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063239"/>
            <a:ext cx="1371600" cy="7772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32461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3-6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200399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Professor + mentores espelho: perguntas críticas e destravamento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4023360"/>
            <a:ext cx="1371600" cy="7772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4206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6-8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1605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Professor consolida diagnóstico pela rubrica e define próximos passos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4983480"/>
            <a:ext cx="1371600" cy="77724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51663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8-10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1206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Reflexivo individual + registro do compromisso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Mentores espelho: anotem 1 pergunta crítica + 1 sugestão.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Agenda da Aula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103120"/>
            <a:ext cx="164592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40279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24027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Abertura + mapa das 3 Etapas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880360"/>
            <a:ext cx="164592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30175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Trabalho guiado: checklist de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3657600"/>
            <a:ext cx="164592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3794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30-80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794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Rodadas de mentoria (5×10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434840"/>
            <a:ext cx="164592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4572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80-90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Discussão: dificuldades comuns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212079"/>
            <a:ext cx="164592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349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90-100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3492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Fechamento + tarefa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Dashboard de Progresso por Equipe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Validação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Overfit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0116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ADCFC"/>
                </a:solidFill>
                <a:latin typeface="Calibri"/>
              </a:defRPr>
            </a:pPr>
            <a:r>
              <a:t>Próximos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24688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5146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" y="3017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0632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" y="35661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3611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4114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4160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" y="46634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38636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A3633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470916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29922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71600" y="5852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Registrar estado ✓/⚠/✗ para reavaliação na Aula 29.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Discussão + Destravamento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Padrões que se repetem: dados sujos/insuficientes, baseline ausente, overfitting não diagnosticado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Debate NT: LSTM vs XGBoost vs híbrido — onde está o limite de complexidade?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Arquitetura alternativa melhora o RMSE da sua série temporal?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Insight do projeto do outro → aplicar no seu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Tarefa: Atualizar o Cronograma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Atualize o cronograma da Etapa 2 (marcos, responsáveis, prazos)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Anexe o checklist preenchido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Envie por email até o fim da semana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Trilha NT: compare arquitetura alternativa (RMSE validação cruzada)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Trilha SJ: revise o relatório contra roteiro estruturado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Reavaliação do checkpoint na Aula 29. Cada equipe sai com PLANO.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