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Oficina de Desenvolvimento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26 - Bater o baseline com generalização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CV k-fold  •  Overfitting  •  Refino  •  Comparar arquiteturas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"Um modelo com RMSE de TREINO muito baixo</a:t>
            </a:r>
            <a:br/>
            <a:r>
              <a:t>e RMSE de TESTE alto — ele é bom ou ruim?</a:t>
            </a:r>
            <a:br/>
            <a:r>
              <a:t>POR QUE o primeiro ENGANTA?"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5720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Objetivo: RMSE menor E com generalização comprovada pelo CV.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Mapa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194560"/>
            <a:ext cx="1737360" cy="1828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Split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3200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train/test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94560"/>
            <a:ext cx="1737360" cy="18288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CV 5-fold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200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generaliza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507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194560"/>
            <a:ext cx="1737360" cy="1828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Treino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200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01675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194560"/>
            <a:ext cx="1737360" cy="18288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Diagnóstico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200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over/underfit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194560"/>
            <a:ext cx="1737360" cy="1828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Refina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200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hiperpar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20" y="2194560"/>
            <a:ext cx="1737360" cy="18288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Compara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3200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arquit.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Escopo: superar o baseline da Aula 25 com validade, não apenas RMSE menor.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01168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194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1488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Abertura + recall baseline Aula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88036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10-40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0175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Treinamento + CV k=5 (sem data leakage)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3749039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39319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40-75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886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Diagnóstico, refinamento + mentoria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6177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4800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75-88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754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Discussão comunitária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48640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88-100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Fechamento + tarefa (relatório técnico)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Validação Cruzada (30min)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train_test_split (estratificado p/ classificação)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cross_val_score(estimador, X, y, cv=5)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Normalizar DENTRO de cada fold (Pipeline) → sem data leakage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Registrar RMSE médio ± desvio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29922"/>
                </a:solidFill>
                <a:latin typeface="Calibri"/>
              </a:defRPr>
            </a:pPr>
            <a:r>
              <a:t>CV com alto desvio entre folds? Fold 3 com RMSE 2× maior? → robustez vs sorte no split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Diagnóstico de Overfitting (35min)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743200" cy="23774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7432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Overfit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517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treino≪teste</a:t>
            </a:r>
            <a:br/>
            <a:r>
              <a:t>reduzir complexidade, regularizar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011680"/>
            <a:ext cx="2743200" cy="23774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01168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Underfit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517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treino E teste altos</a:t>
            </a:r>
            <a:br/>
            <a:r>
              <a:t>mais features, mais complexidade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011680"/>
            <a:ext cx="2743200" cy="23774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01168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517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balanço saudável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Gráficos: predicted vs real • resíduos • curva de aprendizado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949E"/>
                </a:solidFill>
                <a:latin typeface="Calibri"/>
              </a:defRPr>
            </a:pPr>
            <a:r>
              <a:t>R² treino 0,99 mas teste piora? Vale trocar por RMSE que caiu 0,01? (pausa)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Comparar Arquiteturas (mesmo teste)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Baseline (Aula 25) vs Modelo principal vs 1ª alternativa (RF/XGB/MLP)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Comparar no MESMO fold/teste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Trade-off bias-variância: qual generaliza melhor no CV?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Considerar custo de treino/inferência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Alvo: superar o baseline com validade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12064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212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Refino: grid/random search de 2-3 hiperparâmetros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Discussão Comunitária (13min)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Cada equipe apresenta em 30s: arquitetura, RMSE do CV, diagnóstico + alavanca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Qual grupo teve overfitting? O que fez para corrigir?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Padrões comuns: complexidade, dados insuficientes, leakage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Lições individuais: 'o erro que mais custou / descoberta mais útil'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Entrega Final da Etapa 2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Notebook completo e comentado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Relatório técnico 6-8 páginas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CV k-fold implementada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Preditos vs reais + resíduos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Diagnóstico + refinamento documentados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Comparação baseline vs modelo final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Conclusão com métricas no MESMO split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📋 Tarefa: Relatório Técnico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Completar notebook do Projeto (treino, CV k=5, diagnóstico, refino, comparação)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Redigir relatório técnico (6-8 páginas) reportando métricas no mesmo split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Trilha NT: seção de justificativa (bias-variância, custo, estabilidade CV)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Trilha SJ: checklist de entrega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Entrega: Colab + relatório PDF. Prazo: Aula 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