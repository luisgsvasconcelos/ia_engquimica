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Ensaio e Ajustes</a:t>
            </a:r>
            <a:br/>
            <a:r>
              <a:t>de Apresentação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0">
                <a:solidFill>
                  <a:srgbClr val="CADCFC"/>
                </a:solidFill>
                <a:latin typeface="Calibri"/>
              </a:defRPr>
            </a:pPr>
            <a:r>
              <a:t>Aula 28 - O ensaio geral antes da nota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Pitch 12 min  •  Rubrica  •  Tempo  •  Ajustes finais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Luis Vasconcelos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"Um pitch excelente em slide pode FAILHAR</a:t>
            </a:r>
            <a:br/>
            <a:r>
              <a:t>em 12 minutos. O que transforma um bom</a:t>
            </a:r>
            <a:br/>
            <a:r>
              <a:t>conteúdo em uma boa apresentação?</a:t>
            </a:r>
            <a:br/>
            <a:r>
              <a:t>E o reverso: conteúdo raso sobrevive</a:t>
            </a:r>
            <a:br/>
            <a:r>
              <a:t>a perguntas difíceis?"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75488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51206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Hoje: ensaio geral. Próxima aula: apresentação valendo nota.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Arquitetura do Pitch (12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2011680"/>
            <a:ext cx="210312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1945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Problema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011680"/>
            <a:ext cx="1554480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0" y="2194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30-60s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1488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dor industrial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880360"/>
            <a:ext cx="210312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3063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Método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2880360"/>
            <a:ext cx="1554480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30632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3-4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0175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modelo, dados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3749039"/>
            <a:ext cx="210312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3931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Resultados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749039"/>
            <a:ext cx="1554480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3931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3-4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3886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provas e métricas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4617720"/>
            <a:ext cx="210312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48006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Conclusão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4617720"/>
            <a:ext cx="1554480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0" y="4800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2-3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47548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valor, limitações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0" y="5486400"/>
            <a:ext cx="210312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Perguntas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5486400"/>
            <a:ext cx="1554480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0" y="5669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5623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respostas da banca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38636"/>
                </a:solidFill>
                <a:latin typeface="Calibri"/>
              </a:defRPr>
            </a:pPr>
            <a:r>
              <a:t>O público decide se APROVA a implantação — defenda uma decisão de investimento.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Regras de Design de Slides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Uma mensagem por slide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Gráfico legível: título anuncia conclusão, eixos no idioma, fonte ≥ 24pt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Tabela grande → vira gráfico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Evitar texto corrido (regra 6×6)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Abrir com impacto: o problema, não 'olá somos a equipe X'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Agenda dos 100 min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210312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2240279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Abertura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2926079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0" y="31089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10-25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063239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Teoria da comunicação técnica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3749039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39319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25-85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886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Ensaio cronometrado (5 × 12 min)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457200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47548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85-95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709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Feedback consolidado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539496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20240" y="55778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95-100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5532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Fechamento + ajustes e tarefa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Rubrica de Avaliação (1-5)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Critério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3 Adequado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5 Excelente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377440"/>
            <a:ext cx="996696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423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Clareza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23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problema + contexto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423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dor quantificada nos 30s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2926080"/>
            <a:ext cx="996696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2971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Profundidade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971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método citado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971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escolhas justificadas + trade-offs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3474720"/>
            <a:ext cx="996696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5204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Slides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204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legíveis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5204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1 msg/slide, gráficos inequívocos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4023360"/>
            <a:ext cx="996696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06907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Tempo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06907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leve desvio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406907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12 min exatos, seções equilibradas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7280" y="4572000"/>
            <a:ext cx="996696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4617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Impacto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17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convence c/ ressalvas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617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público aprovaria implantação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Feedback por Equipe (3 min cada)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Pontuar os 5 critérios da rubrica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Nomear 1 ponto forte + 1 ponto a melhorar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Confrontar folha de cronometragem: onde gastou mais/menos?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Defesa técnica: 'você respondeu POR QUE o modelo é confiável?'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📋 Tarefa: Versão Final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Reescreva slides que quebraram a rubrica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Revise distribuição dos 12 min (abertura≤1, método≤4, resultados≤4, conclusão≤2, perguntas≤2)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Anote respostas às perguntas da banca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Ensaie o pitch cronometrado 2×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Trilha NT: 3 respostas profundas (validação, generalização, custo-benefício)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512064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212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Deck + roteiro prontos para a Aula 29 (apresentação valendo nota).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